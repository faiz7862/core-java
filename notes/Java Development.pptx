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89F4D-824F-98EE-8CE4-5607DED10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F96FD-DBC4-6CA0-986E-35DDE48DD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D3023-03AF-55DB-8B8A-FBA9CAAC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28232-F488-EBE1-AFE9-81BFD1B7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45F8F-BE20-DEB1-5352-7A369FE0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46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CBB7-DA34-263A-DBC9-87567510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264C6-5616-78BE-BC25-5D0146EE9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8CF84-C3CA-6845-164D-BCE8068B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19713-2673-5F21-7EA2-99883AFD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4D6EE-AE05-740A-8AFE-B5552156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304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8460-D262-E2F1-466B-4A996E4D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2964F-BE1A-78E9-13AD-EBF626F04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9E68A-0BC3-52B8-AC72-32CC069F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2BC0D-D0A7-D502-8612-ABFBB4DB7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A88D9-B250-F6B1-BAB2-384D0C1F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96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AB80-9979-A0DA-DD2F-00A92FF5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3272-8DE8-915D-AC4E-C03D3AB21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743C7-6CC3-A1F4-FECD-3734C9D1E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9D1D2-8DDB-C740-4081-5AD9416E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A3682-2215-15DC-3EC5-69209536F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CA323-D726-DE9C-D641-55FAEDCC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47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1B05-93DA-C8F6-646E-7E1AE0A89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FCE77-24F9-593A-E385-C496B2F8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3EF03-737B-8618-DBF9-A4B9FA60B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E7391-1FC6-9981-5789-3EF36C3F4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7ADEE-346E-65A7-F6A3-2E8CE6AAB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67C4E8-3111-784B-2CD4-79AF568E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3B3E29-10CB-249E-3DFD-DAE3C279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5F168D-809B-CBD8-B4B1-A744AE74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92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48D9-90C3-3A33-289D-F87410A3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23E31-F665-05A4-680D-44DF87A6C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5186C-086F-862E-47C7-DF4531B9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B56E0-3CFE-32AB-E0C2-7C57B988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788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735C5-BC63-9ED9-E479-185FEF35D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9BAAA-1449-D1C0-0607-48805F180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54F8C-7825-6609-8D05-B609BD54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99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2C8D-3709-51D6-56CE-4D87A1AF4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BFB33-351B-A9A1-965A-1B17EC71E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09558-E9CC-8DCF-E001-E07204D39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2F21E-1EB4-F62C-720D-01D6A96D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6BA26-1C09-9D03-602B-53D4DE6D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8E61E-0AA2-DC42-D3CA-01734917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44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7506-0809-6C21-810F-04F2E9CD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93F7E-AFD4-DB34-B38D-86B75725D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82B94-5400-7F19-C789-D4A1C6E03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E5066-3825-1E33-2E94-3D7901A3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775B1-736F-9C44-B88E-C776BA476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4F534-5D04-5743-6867-F392EDEC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046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B4B6C-0BA4-4229-B0F0-1115B2F1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DC5CF-F75E-EA8C-3392-11D8F897B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02F7-A645-4B62-7582-78B857E3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8315A-20EA-1B89-31CE-1E3AD11A3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30DF9-AD08-955C-7F3C-6BE76F52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44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104BE-D6FE-FF94-A1FF-90F315E56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BD698-9881-73FF-071B-C268E1C11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FF064-BEDF-D23B-F3FA-9C2E7BFD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C7F53-675B-B297-2BB9-74FAA8A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438C7-63AF-D156-E77C-C34233C9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349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30FA6-C118-6BED-8BAC-0C5130636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86DE3-365F-DC01-459A-553BDDF52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8627A-5DA4-A81D-BB45-621308B2F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A9A7A-DA16-4748-B9E7-BB6CD573F5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BDF4C-2769-A368-D4CA-A7CADE1EC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B6545-C87F-7864-0582-6375B088E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23782-5171-4312-B8BD-FACB274D9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06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4B3D-F2EF-2812-BC59-9DCAB089B8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Development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666F5-DFD5-1B18-2DC3-C7A45A5F0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4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5DD420-542A-ACA9-F52A-5E51A6F0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12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4A818E-75C3-9F2A-42BA-6C1D92C48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511"/>
            <a:ext cx="12192000" cy="606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7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Java Development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faiz akram</dc:creator>
  <cp:lastModifiedBy>faiz akram</cp:lastModifiedBy>
  <cp:revision>2</cp:revision>
  <dcterms:created xsi:type="dcterms:W3CDTF">2026-05-01T12:31:24Z</dcterms:created>
  <dcterms:modified xsi:type="dcterms:W3CDTF">2026-05-04T12:45:08Z</dcterms:modified>
</cp:coreProperties>
</file>